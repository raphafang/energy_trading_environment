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DK1 平均是淨出口、看起來自給自足；DK2 平均兩成的電靠進口。重點在最後兩列：用「負載最高」定義缺電會被騙——丹麥的寒潮是大西洋風暴帶來的，又冷又刮風，那些小時 DK1 的風力反而是平均的兩倍。改用殘餘負載（負載−風−光）去挑，風力從 1,587 崩到 174，掉了九倍，這時 DK1 要進口 42%、DK2 要進口 49%。兩個價區在稀缺時刻都靠進口，只是 DK1 平常被風掩蓋了。而這直接鋪陳下一段：稀缺由風決定、風由外面的天氣系統決定，本地玩家的量當然推不動價格。口徑：淨進口＝四條 Exchange 欄位加總。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DK1 有超過四分之一的小時，光是風加太陽就超過全島用電。而它對外的連接容量是自己尖峰的 1.7 倍。這個比例決定了後面所有的事。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在耦合市場裡，兩個區只有在連接線塞住時價格才會不同。有三分之二的小時，DK1 和 DK2 根本不是兩個市場。記住這一點，第二段會回來用它。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都說丹麥風多所以常有負電價。資料說不是——負價時風的出力跟平均差不多，太陽能卻是三到四倍，而且集中在五月中午。它們也不是完全不關機：深度負價時風力砍四成，但太陽能還在九成，因為負電價的中位數只有 1.4 歐元，關機不划算。最後那一行是後面熱側結論的機制。⚠ 太陽能為何不關機（補貼／PPA／分散式不參與市場）我沒查證，不要斷言。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這是整個原始設計的核心。多 agent 模擬要有意義，agent 必須互相影響，而在電力市場裡唯一的影響管道就是價格。λ 就是那個管道。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殘餘需求就是扣掉風和太陽之後、要靠其他機組補的那一塊，用 Energinet 的實際結算資料算的。拿它去解釋電價，斜率就是 λ。注意最後一列：丹麥的殘餘需求從歷史最低盪到歷史最高——6.6 GW，等於 DK1 尖峰負載的 1.8 倍——價格總共只動 35 歐元。而電價自己的標準差是 100。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先看最上面：德國的殘餘需求跟丹麥電價的相關 0.535，比丹麥自己的 0.339 還高。原因是兩地共享同一片天氣，德國沒風的時候丹麥通常也沒風——丹麥殘餘需求每動 1 MW，德國同時動 6 MW。所以價格漲了，但那不是丹麥造成的。中間那張表把這件事逐項算出來：偏誤是 0.01504，加回去剛好還原成 0.0304。這不是講故事，是遺漏變數偏誤的公式。⚠ 但書：OLS 靠 Gauss–Markov，前提是外生性，而漏掉德國時它正好破掉。階梯表就是在檢驗它。但我永遠證明不了沒有其他遺漏變數，所以 0.0053 是「加了所有我想得到的控制之後的值」，不是真值。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λ 小，不是估計失敗，是丹麥的物理現實。而 λ 小就代表：我的 agent 必須大到不現實，才會對價格產生影響。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整個報告的轉折點。混淆是可以治的，我也治了。但循環治不好——因為我的基準價本身就是從被測對象身上算出來的。所以我沒辦法回溯，也沒辦法宣稱任何絕對的市場力結論。最後那一行是後來轉向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原本的設想是 agent 等於電池，互相競爭做套利，透過 λ 互相影響，解 Nash 均衡。三把尺是完全競爭 ≤ Nash ≤ 卡特爾。在真實 λ 下三者全部 98.5%，勾結空間是零。要有市場力就得編一個丹麥不存在的 GW 級車隊。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λ 的機制沒有壞，它給了我正確的答案，而那個答案是「幾乎是零」。這是一個乾淨的結構性結果，不是失敗——它說明了 DK1 本質上是一個接受價格的價區。但一個 null result 撐不起一整篇碩論的引擎。沒白做的部分：電價預測管道是獨立資產，兩條線都能用。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是廠級業主，手上有一座熱電聯產廠，電賣到電力市場、熱送進熱網，目標是兩邊收益合計最大。但熱不是 agent 自己說了算，是兩層結構。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代價是：市場力、策略行為、內生價格這條線整個退場。已驗證的東西都還用得上，但敘事要重寫。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問題從「誰有市場力」變成「當供熱產能必須退場，關哪一座重要嗎？」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線性規劃就是：我要決定每小時每台機組發多少電、供多少熱，目標是利潤最大，然後有一堆不能違反的約束，solver 幫我找最好的那組。我現在的模型是四台各跑各的，四個獨立問題。要做的是把它們綁成一個問題，加一條「四台加起來的熱等於真實熱需求」。差別只有這一條，但它讓我能問：關掉一台之後，那些熱由誰接走？而誰接走決定了電力擺盪的方向——這是四個獨立跑算不出來的。agent 怎麼設：dk2_fleet 那四台當錨，其餘用參數掃描自己設。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有了聯合 LP，就能對每一個退場候選跑一次，讀出每個業主的損益，得到四條偏好順序，然後兩兩對決看有沒有一個穩定的集體選擇。用兩兩多數決是因為它不需要我編票數權重——KL 內部怎麼表決沒有任何公開紀錄，我一旦選一種就是編的。而這個問題有真實對應：2020 年的協議就是要市政聯盟自己列出該關的廠，標準寫的是「環境上最差的」，KL 交了名單，2021 年 2 月被國家否決。所以如果模型跑出循環偏好，那就是那次失敗的形式解釋。這一頁是計畫，不是結果。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專案有大量參數在公開資料裡查不到真值——燃料價、稅費適用邊界、熱網供水溫度。我的做法不是去猜一個看起來合理的數字，而是把它當成一個未知的區間，然後問：真值要跑到多極端，我的結論才會翻掉？如果答案是「比任何合理值都極端」，那結論就站得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電池線那條 λ 的階梯是同一件事，體量掃描也是，連「這個掃描點已經外推到資料以外了」都是程式自動標出來的。我想這才是這個專案真正可以帶走的東西——不是某一個模型，是一套在資料不完整的情況下還能做出可辯護結論的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定位：補上他們沒做的逐時、實際窗口、具名機組的那一塊。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驗過，而且發現一個真實的失效模式。但這個研究問題問的是最冷的小時，那時所有機組都滿載、幾乎沒有調度自由度——模型最不準的那個維度，正好是這個問題最不依賴的。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我原本假設連接線塞住時丹麥被孤立，λ 應該變大。兩種測法都是反的。所以我不宣稱這一條。它示範的是：代理變數選錯，檢定就沒有意義。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一、丹麥電力系統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DK1 和 DK2 是兩個不同的系統</a:t>
            </a:r>
            <a:endParaRPr lang="en-US" sz="2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657600"/>
                <a:gridCol w="3557016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DK1（日德蘭＋芬島）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DK2（西蘭島／哥本哈根）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平均負載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2,537 MW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1,578 MW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本地發電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2,609 MW ＝ 負載的 103%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1,192 MW ＝ 負載的 76%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淨進口（全年均）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+28 MW（≈0）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+350 MW ＝ 22%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負載最高 100 小時的淨進口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−339 MW（還在出口）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+914 MW ＝ 37%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殘餘負載最高 100 小時的淨進口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+1,438 MW ＝ 42%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+1,177 MW ＝ 49%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那 100 小時的風力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174 MW（全年均 1,587）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94 MW（全年均 558）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4315968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8096" y="4315968"/>
            <a:ext cx="10652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不能用「負載最高」當缺電 —— 丹麥的寒潮又冷又刮風。改用殘餘負載（負載−風−光）去挑，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風力從 1,587 崩到 174：DK1 平均看起來自給自足，真正吃緊時一樣要進口 42%。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66928" y="553212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Energinet ElectricityBalanceNonv，2021–2025，43,803 小時。淨進口＝四條 Exchange 欄位加總（含 Great Belt）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一、丹麥電力系統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風光依賴度與電網連接性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43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風光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657600"/>
                <a:gridCol w="355701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DK1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DK2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陸域風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985 MW（37.7% 發電）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181 MW（15.2%）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離岸風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603 MW（23.1%）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377 MW（31.6%）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太陽能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240 MW（9.2%）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97 MW（8.1%）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風光合計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70.1% 的發電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54.9%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風光 &gt; 全部負載的小時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27.7%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2.2%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對外連接容量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51376"/>
          <a:ext cx="1105509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0"/>
                <a:gridCol w="328269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連接容量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對比自己的尖峰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DK1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德 1,780／挪 1,700／英 1,400／瑞 740／荷 700 ≈ 6,300 MW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3,755 MW → 1.7 倍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DK2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瑞 1,700／德 600 ≈ 2,300 MW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2,476 MW → 0.9 倍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66928" y="562356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⚠ 另有 Great Belt 連接兩區，容量尚未查證（印象 600 MW）—— 報告前確認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一、丹麥電力系統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兩區的價格幾乎是同一個價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32588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0.971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66928" y="221284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相關係數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51960" y="132588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64.1%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4251960" y="221284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價格完全相同的小時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36992" y="132588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€7.4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7936992" y="221284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平均絕對價差 /MWh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2880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價格分布（2021–2025，41,614 小時）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00400"/>
          <a:ext cx="7498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DK1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DK2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平均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€110.4/MWh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€107.6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標準差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€99.9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€100.5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負電價小時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1,192（2.86%）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785（1.89%）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66928" y="4983480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68096" y="498348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原本的想法：用一個係數 λ 把這些變動性包起來。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一、丹麥電力系統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3b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負電價：夏天中午的太陽能現象（不是風）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435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DK1 負電價小時數，逐年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5394960" cy="914400"/>
        </p:xfrm>
        <a:graphic>
          <a:graphicData uri="http://schemas.openxmlformats.org/drawingml/2006/table">
            <a:tbl>
              <a:tblPr/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2021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2022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2023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2024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2025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87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38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281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375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411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226771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 月 6.7% 的小時是負的，1 月只有 0.3%；13–15 UTC 有 10%，晚上幾乎 0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27889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負價時的出力（相對全期平均）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099816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DK1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DK2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太陽能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2.97 倍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3.77 倍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風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1.05 倍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0.73 倍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263640" y="12435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它們會關機嗎？（實際出力 ÷ 隔日預測）</a:t>
            </a:r>
            <a:endParaRPr lang="en-US" sz="12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5448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電價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小時數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風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&gt; 50（正常）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31,966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1.068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1.178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−10 ~ 0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998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0.843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1.084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&lt; −10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176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0.643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0.908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6263640" y="287121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&gt; 1 是因為隔日預測系統性低估 —— 看相對變化，不看絕對水準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263640" y="32461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深度負價時風力砍約 40%，太陽能幾乎不動。負電價中位數只有 −1.4 €/MWh，只有 15% 的負價小時跌破 −10 → 多數時候關機不划算。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66928" y="4434840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68096" y="4434840"/>
            <a:ext cx="10652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DK2 的 785 個負電價小時裡，只有 16 個（2.0%）落在 11–2 月。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負電價是夏天中午，熱需求是冬天 —— 「用便宜的電供熱」在時間上結構性錯開。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二、λ 做不出來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λ 是什麼，我本來想用它做什麼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66928" y="1325880"/>
            <a:ext cx="11055096" cy="777240"/>
          </a:xfrm>
          <a:prstGeom prst="roundRect">
            <a:avLst>
              <a:gd name="adj" fmla="val 7059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32588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λ ＝ 我多賣 1 MW，市場價格會掉多少。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66928" y="2331720"/>
            <a:ext cx="11055096" cy="658368"/>
          </a:xfrm>
          <a:prstGeom prst="roundRect">
            <a:avLst>
              <a:gd name="adj" fmla="val 694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23317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價格 = 歷史真實價（act） + λ × 我的淨量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66928" y="3291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我本來要用它做的事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3639312"/>
            <a:ext cx="10872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有了 λ，就能問：「如果這群 agent 這樣出價，價格會變成什麼？」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這是多 agent 互動的唯一接口 —— 沒有 λ，agent 之間就不互相影響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也是市場力的度量：能推動價格 ＝ 有市場力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二、λ 做不出來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我到底在跑什麼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435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一個迴歸，41,565 列，每一列是一個小時（DK1，2021–2025）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858000"/>
                <a:gridCol w="181965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內容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單位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y  被解釋的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那小時的 DK1 電價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€/MWh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x  我要的係數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殘餘需求 ＝ 總用電 − 風 − 太陽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MW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控制變數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燃氣價、碳價、時段(0–23)，之後逐步加德國、鄰國、邊界容量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306324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306324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跑完拿 x 的係數，那就是 λ。單位是 €/MWh per MW。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66928" y="3840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λ = 0.0053 時，殘餘需求動多少 → 電價動多少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51376"/>
          <a:ext cx="8778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4297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殘餘需求變動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電價變動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 MW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€0.005/MWh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1,067 MW（實際的一個標準差）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€5.7 ＝ 電價標準差的 5.7%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6,606 MW（歷史最低盪到最高）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€35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66928" y="566928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對照：DK1 電價標準差 €100、最高到過 €936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二、λ 做不出來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「德國的影子」不是比喻，是可以逐項算出來的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070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三個原始相關係數（不做任何模型）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99616"/>
          <a:ext cx="5394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945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相關係數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丹麥殘餘需求 ↔ 德國殘餘需求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0.511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丹麥殘餘需求 ↔ DK1 電價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0.339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德國殘餘需求 ↔ DK1 電價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0.535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285292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2852928"/>
            <a:ext cx="4992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德國的殘餘需求和丹麥電價的關係，比丹麥自己的還緊。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66928" y="3730752"/>
            <a:ext cx="5394960" cy="1170432"/>
          </a:xfrm>
          <a:prstGeom prst="roundRect">
            <a:avLst>
              <a:gd name="adj" fmla="val 390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3730752"/>
            <a:ext cx="50657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真實模型  y = β·x + γ·z + 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漏掉 z    y = β_naive·x + 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則        β_naive = β + γ·δ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66928" y="49743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z ＝ 德國殘餘需求；δ ＝ 德國殘餘對丹麥殘餘的斜率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263640" y="12070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用資料逐項驗算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99616"/>
          <a:ext cx="5394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值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漏掉德國的斜率 β_naive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0.03040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放進德國的斜率 β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0.01536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德國殘餘 → 丹麥電價 γ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0.00248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丹麥殘餘每 1 MW，德國動 δ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6.06 MW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偏誤 γ×δ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0.01504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β ＋ γ×δ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0.03040 ✓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63640" y="37307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控制強度階梯（IV 工具＝隔日風力預測）</a:t>
            </a:r>
            <a:endParaRPr lang="en-US" sz="12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023360"/>
          <a:ext cx="5394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3444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控制到什麼程度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OLS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IV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S1 燃氣價／碳價／時段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0.0259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0.0320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S2 ＋德國殘餘需求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0.0134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0.0220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S3 ＋德國風光＋鄰國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0.0068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0.0122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S4 ＋邊界容量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0.0053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0.0092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二、λ 做不出來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λ = 0.005 到底有多小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我的車隊要多大</a:t>
                      </a:r>
                      <a:endParaRPr lang="en-US" sz="13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才能把價格推動</a:t>
                      </a:r>
                      <a:endParaRPr lang="en-US" sz="13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 MW</a:t>
                      </a:r>
                      <a:endParaRPr lang="en-US" sz="13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€0.005/MWh</a:t>
                      </a:r>
                      <a:endParaRPr lang="en-US" sz="13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30 MW（丹麥最大的併網電池）</a:t>
                      </a:r>
                      <a:endParaRPr lang="en-US" sz="13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€0.16/MWh</a:t>
                      </a:r>
                      <a:endParaRPr lang="en-US" sz="13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189 MW</a:t>
                      </a:r>
                      <a:endParaRPr lang="en-US" sz="13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€1/MWh</a:t>
                      </a:r>
                      <a:endParaRPr lang="en-US" sz="13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1,887 MW</a:t>
                      </a:r>
                      <a:endParaRPr lang="en-US" sz="13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€10/MWh</a:t>
                      </a:r>
                      <a:endParaRPr lang="en-US" sz="13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635240" y="1417320"/>
            <a:ext cx="3977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€1/MWh ＝ 平均價的 0.9%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丹麥現有最大電池造成的 €0.16 ＝ 0.15%，等於沒有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要動 €10（只是平均的 9%）→ 需要 1.9 GW ＝ 實際最大電池的 63 倍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635240" y="32461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對照：DK1 電價平均 €110、標準差 €100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" y="3977640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8096" y="3977640"/>
            <a:ext cx="10652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本地少 200 MW，不會逼丹麥開一台更貴的機組，而是從德國或挪威多流 200 MW 進來。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連接容量 6,300 MW vs 尖峰 3,755 MW → 衝擊被進出口吸收，不是被價格吸收。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二、λ 做不出來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但真正致命的不是 λ 小，是循環論證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55096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852160"/>
                <a:gridCol w="346557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是什麼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治得好嗎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混淆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殘差裡混著德國、燃料、本地需求，分不清誰是誰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✓ 治得好 —— 加控制變數、工具變數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循環論證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反事實價格 p₀ 是用歷史價擬合出來的，那「歷史價 − p₀」必然是零均值噪音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✗ 加再多變數都治不好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3218688"/>
            <a:ext cx="11055096" cy="841248"/>
          </a:xfrm>
          <a:prstGeom prst="roundRect">
            <a:avLst>
              <a:gd name="adj" fmla="val 6522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8096" y="3218688"/>
            <a:ext cx="10652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想知道一家店有沒有超收，要查它的進貨成本。若把「合理價格」定義成「這家店的平均售價」，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它在數學上永遠不可能超收 —— 賣十倍也一樣。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66928" y="4224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還有第三個問題：雙算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66928" y="452628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歷史價已經包含當時所有業者的策略行為。再加一次 λ × 我的量，等於同一件事算兩次。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58368" y="4956048"/>
            <a:ext cx="10872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可以做相對比較（A agent vs B agent 面對同一條 p₀）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不能宣稱絕對的市場力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要打破循環，p₀ 必須從成本結構推出來，不能從價格擬合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三、電池 agent 不成立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真實體量下，市場力等於零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原本的設想：agent ＝ 電池，互相競爭做套利，透過 λ 互相影響，解 Nash 均衡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1645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三把尺：完全競爭 C ≤ Nash N ≤ 卡特爾 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1975104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真實 λ 下，三者全部是 98.5% —— 勾結空間 = 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 顆 1 MW 電池，只把收益削掉 1%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500 MW 車隊時，Cournot 與純接受價格結果完全相同（73% vs 73%）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69480" y="1645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要有故事，需要多大？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975104"/>
          <a:ext cx="4352544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每家體量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卡特爾比競爭多賺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 MW/家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 pp（死的）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50 MW/家（500 MW 隊）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4.7 pp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100 MW/家（1 GW 隊）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6.9 pp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3703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丹麥的現實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66928" y="4005072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最大併網電池 10 MW（Better Energy Hoby）、30 MW/43 MWh（EWII Bornholm）；北歐到 2030 預估才 ~1,800 MW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4526280"/>
            <a:ext cx="11055096" cy="777240"/>
          </a:xfrm>
          <a:prstGeom prst="roundRect">
            <a:avLst>
              <a:gd name="adj" fmla="val 7059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52628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要有市場力，就得編一個丹麥不存在的 GW 級車隊。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三、電池 agent 不成立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而且丹麥根本不用電池消耗多餘的電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98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丹麥全國裝置量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5096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502005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裝置量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併網電池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10–30 MW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區域供熱的電氣化熱源（熱泵＋電鍋爐）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2,218 MW，五年增為三倍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3246120"/>
            <a:ext cx="11055096" cy="777240"/>
          </a:xfrm>
          <a:prstGeom prst="roundRect">
            <a:avLst>
              <a:gd name="adj" fmla="val 7059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324612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差兩個數量級。我原本把 agent 放在丹麥最小的那個東西上。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66928" y="4251960"/>
            <a:ext cx="11055096" cy="1188720"/>
          </a:xfrm>
          <a:prstGeom prst="roundRect">
            <a:avLst>
              <a:gd name="adj" fmla="val 384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95528" y="4251960"/>
            <a:ext cx="10597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λ 的機制沒有壞，它給了我正確的答案，而那個答案是「幾乎是零」。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這是一個乾淨的結構性結果，不是失敗 —— 但 null result 撐不起一整篇碩論的引擎。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6928" y="557784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沒白做的：電價預測管道（LightGBM 吃到理論上限的 93%、rMAE 0.54）是獨立資產，兩條線都能用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四、轉向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新方向：DK2 的熱電聯產 + 區域供熱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66928" y="1325880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325880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agent ＝ 廠級業主（HOFOR、Ørsted、ARC、ARGO），手上有一座熱電聯產廠，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電賣到電力市場、熱送進熱網，目標是兩邊收益合計最大。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560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但熱不是 agent 自己說了算 —— 兩層結構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889504"/>
          <a:ext cx="11055096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120640"/>
                <a:gridCol w="447141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決定什麼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誰決定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第一層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拿到多少熱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Varmelast（三家熱網公司的共同調度）按成本排序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第二層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拿到熱之後電出多少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被機組型式綁住 —— 剩下的自由度＝這個 agent 的彈性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66928" y="4663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資料與現況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8368" y="4992624"/>
            <a:ext cx="10872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DK2 逐時實際熱需求 2021-01 → 2026-07，48,887 小時、5 個完整冬天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6 台真實機組中 4 台跑得動（約佔車隊容量 91%）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四、轉向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為什麼這躲得開 λ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55096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0536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λ 的三個病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新框架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雙算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不拿歷史價當基準，用同一組天氣與熱需求跑兩個機組組合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循環論證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不需要反推任何曲線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混淆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沒有 λ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3310128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8096" y="3310128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答案的單位是 MW、小時、EUR/MWh_th。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只要不說「所以價格會漲 X」，λ 就永遠不會出現。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66928" y="4526280"/>
            <a:ext cx="11055096" cy="868680"/>
          </a:xfrm>
          <a:prstGeom prst="roundRect">
            <a:avLst>
              <a:gd name="adj" fmla="val 5263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5528" y="4526280"/>
            <a:ext cx="10597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而頁 8 最後那句話在這裡兌現了：成本曲線是從 Technology Catalogue 的技術參數 ＋ 燃料價建出來的，不是從價格擬合的。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66928" y="557784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代價：市場力、策略行為、內生價格這條線整個退場。已驗證的東西都還用得上，但敘事要重寫。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四、轉向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13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它同時回應了丹麥的政策，而且初步結果有東西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070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政策：誰真的被規範到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99616"/>
          <a:ext cx="11055096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6325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政策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綁到誰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焚化產能 2030 前 −30%（2020 政治協議）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全國 23 座焚化廠。KL 列出 10 座 → 2021-02 被國家否決 → 改成市場競爭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RED III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燒生質的機組，但只管永續認證，沒有退場時程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Energinet 適足性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沒綁任何人，但是官方對冬季供電的正式擔憂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HOFOR 300 MW 熱泵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業者自願投資，明講要逐步取代生質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3566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初步結果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58768"/>
          <a:ext cx="11055096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743200"/>
                <a:gridCol w="410565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被取代的機組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電熱比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年成本差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Amager（HOFOR，生質）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0.20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€5M/年（幾乎不虧）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Avedøre（Ørsted，生質）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0.93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€77M/年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66928" y="5212080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68096" y="5212080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「關哪一座」不是細節 —— 差 15 倍，而且由電熱比決定。這正是需要機組級模型才答得出來的問題。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四、轉向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13b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我要建的東西：一個聯合 LP，四台機組，一條共用熱需求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LP ＝ 線性規劃：決策變數（每小時每台發多少電、供多少熱）＋ 目標（利潤最大）＋ 約束（容量、熱要滿足需求、背壓機組 電 = Cb × 熱），solver 找不違規方案裡最好的那組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5509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928616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現在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聯合 LP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幾個問題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四個獨立問題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一個問題，四台一起解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熱需求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每台各吃一份縮放過的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加一條約束：四台加起來的熱 ＝ 真實 DK2 熱需求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3401568"/>
            <a:ext cx="11055096" cy="1298448"/>
          </a:xfrm>
          <a:prstGeom prst="roundRect">
            <a:avLst>
              <a:gd name="adj" fmla="val 4225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3401568"/>
            <a:ext cx="10652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差別就這一條約束 —— 但關掉一台之後，那些熱會自動流到成本次低的機組上。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誰接走它，決定了電力擺盪是變大還是變小（Amager 電熱比 0.20 接手 vs Avedøre 0.93 接手，後果相反）。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這是四個獨立跑算不出來的 —— 這才是「為什麼非要多 agent」的答案。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4956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agent 怎麼設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66928" y="525780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dk2_fleet 那四台（容量、型式、業主都已查證）當錨，其餘用參數掃描自己設。論文寫法：「四台校準到真實 DK2 機組，其餘為參數變異」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四、轉向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13c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然後就能問「誰該退場」：三個選擇機制會不會選出同一座？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070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做法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1499616"/>
            <a:ext cx="11055096" cy="1481328"/>
          </a:xfrm>
          <a:prstGeom prst="roundRect">
            <a:avLst>
              <a:gd name="adj" fmla="val 308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1499616"/>
            <a:ext cx="105978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1. 候選集 = { 關 ARC, 關 ARGO, 關 Amager, 關 Avedøre, 都不關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2. 每個候選跑一次聯合 LP → 每個業主的 Δ利潤 → 各自的偏好順序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3. 兩兩對決:候選 A vs B,看幾個業主偏好 A,多數者勝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4. 有全勝者 → 集體選擇;出現循環 → 這組業主選不出穩定答案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" y="3145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三個「玩得差」的標準，各自有出處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38144"/>
          <a:ext cx="11055096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657600"/>
                <a:gridCol w="47457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標準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出處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M1 環境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每 GJ 供熱的 CO₂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2020 政治協議原文「環境上最差的」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M2 業主集體選擇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每個業主自己的 Δ利潤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KL 2020-12 的死亡名單（真實存在的論壇）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M3 市場競爭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實際調度下的短期邊際成本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2021-02 備援機制 → 2023-07 競爭化法 → 2025-07 招標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66928" y="5230368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8096" y="5230368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結論不是「誰最差」，是「三個定義不指向同一座廠」。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選得出來 → 比它跟環境標準是不是同一座；選不出來（循環）→ 那就是 2021-02 KL 被否決的形式解釋。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五、方法論：找不到的數字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這個專案有一半的參數查不到真值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66928" y="1261872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261872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與其猜那個數字是多少，不如回答：「它要多極端，我的結論才會被推翻？」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66928" y="21762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五條規則，每一條都是踩過坑之後訂的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87168"/>
          <a:ext cx="11055096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017520"/>
                <a:gridCol w="7671816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規則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為什麼（真實案例）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不准填中點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DEA 目錄對燃氣 CC 只給 100／500 MW，舊版自己補 300 —— 跑兩端，供熱成本 +32.4 vs −5.1，正負號翻轉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兩端用來夾，不是用來選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木片價：丹麥海關（國家對、商品錯）／瑞典（國家錯、商品對）—— 壞的方式相反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3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找穿越點，報區間不報點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垃圾熱稅穿越點 62–70 DKK/GJ。曾報過「門檻 73」，補跑一格後同一支程式報 70 —— 格點假象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4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每一格都要報檢定力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曾用「垃圾費 vs 氣價」當兩端，低端那格一整年只有 6 天有出力 —— 沒有檢定力的格子不能當證據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5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宣稱要下移一層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不能說「兩端沒差」（差 6 倍）。要說「供熱佔比全區間 97.6–99.8%，這個結論對真值不敏感」</a:t>
                      </a:r>
                      <a:endParaRPr lang="en-US" sz="11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五、方法論：找不到的數字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頁 15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這不是熱側才有的，是整個專案的方法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11055096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383280"/>
                <a:gridCol w="511149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用在什麼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掃什麼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得到什麼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λ（電池線）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控制強度階梯 S1→S4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0.026 → 0.005。「它塌不塌」本身就是結果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λ 的量測誤差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OLS vs 工具變數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每個規格穩定差 ~1.7 倍 → 是量測誤差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電池體量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10 MW → 10 GW，13 點對數格點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門檻在 500 MW 以上，而丹麥最大是 30 MW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外推的邊界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每點算「落在資料支撐外的比例」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3 GW 以上 100% → 程式自動標「外推，勿引用」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勾結空間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完全競爭 ≤ Nash ≤ 卡特爾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報的是上下界，不是點估計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生質價／稅費／COP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區間掃描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熱側</a:t>
                      </a:r>
                      <a:endParaRPr lang="en-US" sz="12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4206240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8096" y="420624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我報的不是一個數字，是一個區間，加上「真值要多極端才會推翻我」。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8368" y="5120640"/>
            <a:ext cx="10872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程式不准默默補值，補了要拋錯（NoCentralEstimate）；佔位值每次跑都印出警告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維護一份「撤回清單」—— 目前 10 條，都是我自己推翻過的推測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備用（被問到才翻）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 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這題目有人做過嗎？—— FFH50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CTR＋HOFOR＋VEKS＋Vestforbrænding 2022 年做過 FFH50，Ea Energianalyse 執行，六個 2030/2050 情境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1461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他們做了什麼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限制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六個情境的全部計算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用 Excel 延時曲線模型 —— 作者自陳「不執行逐時的負載分配計算」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逐時機組級的 Balmorel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只用在 2050 年的蓄熱與熱網投資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電力供應安全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提出了疑慮，但用銘牌容量長條圖回答（600–1,650 MW）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回溯驗證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沒有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4160520"/>
            <a:ext cx="11055096" cy="777240"/>
          </a:xfrm>
          <a:prstGeom prst="roundRect">
            <a:avLst>
              <a:gd name="adj" fmla="val 7059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416052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定位：補上他們沒做的逐時、實際窗口、具名機組的那一塊。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備用（被問到才翻）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 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你的新模型驗證過嗎？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用 varmelast 的分項產熱驗「時點」而不是「水準」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5096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8269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實測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模型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尖峰鍋爐佔熱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5.21%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5.95%（對得還行）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尖峰鍋爐日內相關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+0.164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−0.500（符號相反）</a:t>
                      </a:r>
                      <a:endParaRPr lang="en-US" sz="13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324612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年佔比對得上，日內時點是反的。已排除燃料價、稅費、最小負載。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66928" y="3794760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8096" y="3794760"/>
            <a:ext cx="10652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但這個研究問題問的是最冷的小時 —— 那時所有機組都滿載、幾乎沒有調度自由度。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模型最不準的那個維度，正好是這個問題最不依賴的。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備用（被問到才翻）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一個失敗的檢定（誠實加分用）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假設：連接線塞住時丹麥被孤立，λ 應該變大。兩種測法都是反的。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5096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017520"/>
                <a:gridCol w="3099816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分組方式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沒塞住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塞住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用 DK1 ≠ DK2 判斷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λ = 0.0164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0.0112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用歐陸連接線用掉幾成容量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λ = 0.0148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482C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0.0058（≥90%，僅 3% 小時）</a:t>
                      </a:r>
                      <a:endParaRPr lang="en-US" sz="125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320040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推測原因（未證實）：塞住的小時不是隨機的，多半是大風、大量出口、價格已被壓在地板 → 樣本選擇問題。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而且 DK1 ≠ DK2 通常不代表 DK1 被孤立，而是 DK1 跟德國走、DK2 跟瑞典走。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66928" y="4160520"/>
            <a:ext cx="11055096" cy="777240"/>
          </a:xfrm>
          <a:prstGeom prst="roundRect">
            <a:avLst>
              <a:gd name="adj" fmla="val 7059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8096" y="416052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82C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所以我不宣稱這一條。代理變數選錯，檢定就沒有意義。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備用（被問到才翻）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878824" y="256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備 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為什麼不換去做德國（λ 比較大的市場）？</a:t>
            </a:r>
            <a:endParaRPr lang="en-US" sz="2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59789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理由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1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DK2 的區域供熱有 varmelast 的逐時實測真值，德國沒有等價的公開資料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2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循環論證的問題換國家不會消失 —— 它是方法的問題，不是市場的問題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3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Heiti TC" pitchFamily="34" charset="0"/>
                          <a:ea typeface="Heiti TC" pitchFamily="34" charset="-122"/>
                          <a:cs typeface="Heiti TC" pitchFamily="34" charset="-120"/>
                        </a:rPr>
                        <a:t>職涯考量：畢業後想留在丹麥</a:t>
                      </a:r>
                      <a:endParaRPr lang="en-US" sz="1400" dirty="0">
                        <a:latin typeface="Heiti TC" charset="0"/>
                        <a:ea typeface="Heiti TC" charset="0"/>
                        <a:cs typeface="Heiti T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2026-08-16T21:05:54Z</dcterms:created>
  <dcterms:modified xsi:type="dcterms:W3CDTF">2026-08-16T21:05:54Z</dcterms:modified>
</cp:coreProperties>
</file>